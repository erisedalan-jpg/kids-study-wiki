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➕ ➖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8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加法和减法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今天我们一起学两个好朋友！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4572000" cy="38862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4754880"/>
            <a:ext cx="4572000" cy="388620"/>
          </a:xfrm>
          <a:prstGeom prst="rect">
            <a:avLst/>
          </a:prstGeom>
          <a:solidFill>
            <a:srgbClr val="B3D9F5"/>
          </a:solidFill>
          <a:ln w="12700">
            <a:solidFill>
              <a:srgbClr val="B3D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00"/>
                </a:solidFill>
              </a:rPr>
              <a:t>➕ 加法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➖ 减法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➕ 加法是什么？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🧺 + 🧺 = 🧺🧺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6400800" cy="128016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651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把两堆合在一起 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合起来数一数，一共有多少！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看一看 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463040" cy="201168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81328"/>
            <a:ext cx="146304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🍎🍎🍎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618842"/>
            <a:ext cx="14630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➕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1463040" cy="201168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481328"/>
            <a:ext cx="146304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🍎🍎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34640" y="2618842"/>
            <a:ext cx="14630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173736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7B00"/>
                </a:solidFill>
              </a:rPr>
              <a:t>＝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303520" y="1371600"/>
            <a:ext cx="1737360" cy="2011680"/>
          </a:xfrm>
          <a:prstGeom prst="rect">
            <a:avLst/>
          </a:prstGeom>
          <a:solidFill>
            <a:srgbClr val="FFD166"/>
          </a:solidFill>
          <a:ln w="38100">
            <a:solidFill>
              <a:srgbClr val="E07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481328"/>
            <a:ext cx="173736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🍎🍎🍎🍎🍎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2618842"/>
            <a:ext cx="173736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28800" y="3657600"/>
            <a:ext cx="5486400" cy="7772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657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➕ 2 ＝ 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7B00"/>
                </a:solidFill>
              </a:rPr>
              <a:t>三 加 二 等于 五 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认识加号 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1097280"/>
            <a:ext cx="4572000" cy="2560320"/>
          </a:xfrm>
          <a:prstGeom prst="rect">
            <a:avLst/>
          </a:prstGeom>
          <a:solidFill>
            <a:srgbClr val="FFE08A"/>
          </a:solidFill>
          <a:ln w="50800">
            <a:solidFill>
              <a:srgbClr val="E07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0972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➕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加号  读作：加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告诉我们：把两边合起来！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加法小结 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828800" cy="237744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1828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🤝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404872"/>
            <a:ext cx="1828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两堆合在一起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828800" cy="237744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97280"/>
            <a:ext cx="1828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➕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06040" y="2404872"/>
            <a:ext cx="1828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用加号表示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1828800" cy="237744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097280"/>
            <a:ext cx="1828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🔢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09160" y="2404872"/>
            <a:ext cx="1828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+ 2 = 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828800" cy="237744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828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🌟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12280" y="2404872"/>
            <a:ext cx="1828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越加越多！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7B00"/>
                </a:solidFill>
              </a:rPr>
              <a:t>太棒了！加法学完啦 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➖ 减法是什么？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🍪🍪🍪🍪🍪  ➡️  🍪🍪🍪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6400800" cy="1280160"/>
          </a:xfrm>
          <a:prstGeom prst="rect">
            <a:avLst/>
          </a:prstGeom>
          <a:solidFill>
            <a:srgbClr val="B3D9F5"/>
          </a:solidFill>
          <a:ln w="12700">
            <a:solidFill>
              <a:srgbClr val="B3D9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651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从一堆里拿走一些 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数数还剩多少！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看一看 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463040" cy="2011680"/>
          </a:xfrm>
          <a:prstGeom prst="rect">
            <a:avLst/>
          </a:prstGeom>
          <a:solidFill>
            <a:srgbClr val="B3D9F5"/>
          </a:solidFill>
          <a:ln w="12700">
            <a:solidFill>
              <a:srgbClr val="B3D9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81328"/>
            <a:ext cx="146304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🍪🍪🍪🍪🍪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618842"/>
            <a:ext cx="14630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➖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1463040" cy="2011680"/>
          </a:xfrm>
          <a:prstGeom prst="rect">
            <a:avLst/>
          </a:prstGeom>
          <a:solidFill>
            <a:srgbClr val="B3D9F5"/>
          </a:solidFill>
          <a:ln w="12700">
            <a:solidFill>
              <a:srgbClr val="B3D9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481328"/>
            <a:ext cx="146304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🍪🍪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34640" y="2618842"/>
            <a:ext cx="14630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173736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65C0"/>
                </a:solidFill>
              </a:rPr>
              <a:t>＝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303520" y="1371600"/>
            <a:ext cx="1737360" cy="2011680"/>
          </a:xfrm>
          <a:prstGeom prst="rect">
            <a:avLst/>
          </a:prstGeom>
          <a:solidFill>
            <a:srgbClr val="B3D9F5"/>
          </a:solidFill>
          <a:ln w="381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481328"/>
            <a:ext cx="173736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🍪🍪🍪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520" y="2618842"/>
            <a:ext cx="173736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28800" y="3657600"/>
            <a:ext cx="54864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657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➖ 2 ＝ 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五 减 二 等于 三 🌟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认识减号 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1097280"/>
            <a:ext cx="4572000" cy="2560320"/>
          </a:xfrm>
          <a:prstGeom prst="rect">
            <a:avLst/>
          </a:prstGeom>
          <a:solidFill>
            <a:srgbClr val="B3D9F5"/>
          </a:solidFill>
          <a:ln w="508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0972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➖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减号  读作：减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告诉我们：拿走一些！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3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8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➕ 和 ➖ 是好朋友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3840480" cy="2743200"/>
          </a:xfrm>
          <a:prstGeom prst="rect">
            <a:avLst/>
          </a:prstGeom>
          <a:solidFill>
            <a:srgbClr val="FFE08A"/>
          </a:solidFill>
          <a:ln w="38100">
            <a:solidFill>
              <a:srgbClr val="E07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➕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合在一起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937760" y="1280160"/>
            <a:ext cx="3840480" cy="2743200"/>
          </a:xfrm>
          <a:prstGeom prst="rect">
            <a:avLst/>
          </a:prstGeom>
          <a:solidFill>
            <a:srgbClr val="B3D9F5"/>
          </a:solidFill>
          <a:ln w="381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➖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拿走一些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233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加上去再减下来，就回到原来！🌈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30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8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小魔法 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E08A"/>
          </a:solidFill>
          <a:ln w="25400">
            <a:solidFill>
              <a:srgbClr val="E07B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➕ 2 ＝ 5  🍎🍎🍎🍎🍎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8EC"/>
                </a:solidFill>
              </a:rPr>
              <a:t>⬇️ 再减回去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solidFill>
            <a:srgbClr val="B3D9F5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➖ 2 ＝ 3  🍎🍎🍎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回到了 3！加减法互为好朋友 🐰🐻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一起做！🎮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3D3880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2560320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40864"/>
            <a:ext cx="2560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拿出糖果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32150"/>
            <a:ext cx="25603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先加，再减，数一数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560320"/>
          </a:xfrm>
          <a:prstGeom prst="rect">
            <a:avLst/>
          </a:prstGeom>
          <a:solidFill>
            <a:srgbClr val="3D3880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🧱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91840" y="2340864"/>
            <a:ext cx="2560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积木游戏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3032150"/>
            <a:ext cx="25603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搭高再拆，验证答案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560320"/>
          </a:xfrm>
          <a:prstGeom prst="rect">
            <a:avLst/>
          </a:prstGeom>
          <a:solidFill>
            <a:srgbClr val="3D3880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25880"/>
            <a:ext cx="2560320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🖐️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126480" y="2340864"/>
            <a:ext cx="2560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用手指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032150"/>
            <a:ext cx="25603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伸手指加，折手指减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家长提示：用真实的糖果或积木效果最好 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4+1=？   7-3=？   2+2=？   5-1=？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🌟🌟🌟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你真棒！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今天学会了 ➕ 加法 和 ➖ 减法！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3749040"/>
            <a:ext cx="4572000" cy="1211580"/>
          </a:xfrm>
          <a:prstGeom prst="rect">
            <a:avLst/>
          </a:prstGeom>
          <a:solidFill>
            <a:srgbClr val="FFE08A"/>
          </a:solidFill>
          <a:ln w="12700">
            <a:solidFill>
              <a:srgbClr val="FF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749040"/>
            <a:ext cx="4572000" cy="1211580"/>
          </a:xfrm>
          <a:prstGeom prst="rect">
            <a:avLst/>
          </a:prstGeom>
          <a:solidFill>
            <a:srgbClr val="B3D9F5"/>
          </a:solidFill>
          <a:ln w="12700">
            <a:solidFill>
              <a:srgbClr val="B3D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749040"/>
            <a:ext cx="45720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</a:rPr>
              <a:t>➕ 加法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0" y="3749040"/>
            <a:ext cx="45720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</a:rPr>
              <a:t>➖ 减法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加法与减法</dc:title>
  <dc:subject>PptxGenJS Presentation</dc:subject>
  <dc:creator>家庭学习工作坊</dc:creator>
  <cp:lastModifiedBy>家庭学习工作坊</cp:lastModifiedBy>
  <cp:revision>1</cp:revision>
  <dcterms:created xsi:type="dcterms:W3CDTF">2026-05-06T09:12:55Z</dcterms:created>
  <dcterms:modified xsi:type="dcterms:W3CDTF">2026-05-06T09:12:55Z</dcterms:modified>
</cp:coreProperties>
</file>