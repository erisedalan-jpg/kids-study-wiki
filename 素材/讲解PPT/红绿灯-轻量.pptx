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🚦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红绿灯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CC"/>
                </a:solidFill>
              </a:rPr>
              <a:t>交通小达人 · 3-6 岁共读版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🔴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停 · STOP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红灯亮了，大家都要停下来 🛑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C5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🟢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走 · GO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绿灯亮了，可以走过去啦 ➡️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C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🟡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准备 · GET READY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</a:rPr>
              <a:t>黄灯亮了，等一等 👀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</a:rPr>
              <a:t>📣 口诀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🔴 红灯停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🟢 绿灯行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CA8A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🟡 黄灯亮了等一等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6EFAC"/>
                </a:solidFill>
              </a:rPr>
              <a:t>🎯 一起做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下次过马路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DE6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你来当指挥官！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F7D0"/>
                </a:solidFill>
              </a:rPr>
              <a:t>👀 看灯的颜色  🛑 告诉爸爸妈妈能不能走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F7D0"/>
                </a:solidFill>
              </a:rPr>
              <a:t>数数红灯变绿灯要等几秒？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AACC"/>
                </a:solidFill>
              </a:rPr>
              <a:t>🌐 英文怎么说？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3657600"/>
          </a:xfrm>
          <a:prstGeom prst="roundRect">
            <a:avLst>
              <a:gd name="adj" fmla="val 5357"/>
            </a:avLst>
          </a:prstGeom>
          <a:solidFill>
            <a:srgbClr val="F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🔴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红灯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Red Light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560320" cy="3657600"/>
          </a:xfrm>
          <a:prstGeom prst="roundRect">
            <a:avLst>
              <a:gd name="adj" fmla="val 5357"/>
            </a:avLst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0058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🟡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黄灯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Yellow Light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WAIT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560320" cy="3657600"/>
          </a:xfrm>
          <a:prstGeom prst="roundRect">
            <a:avLst>
              <a:gd name="adj" fmla="val 5357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058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🟢</a:t>
            </a:r>
            <a:endParaRPr lang="en-US" sz="70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绿灯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Green Light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2648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🎉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你学会了！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CC"/>
                </a:solidFill>
              </a:rPr>
              <a:t>红灯停  🔴  绿灯行  🟢  黄灯等一等  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EFAC"/>
                </a:solidFill>
              </a:rPr>
              <a:t>下次过马路，当小指挥官！🚦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红绿灯 🚦</dc:title>
  <dc:subject>PptxGenJS Presentation</dc:subject>
  <dc:creator>kids-wiki</dc:creator>
  <cp:lastModifiedBy>kids-wiki</cp:lastModifiedBy>
  <cp:revision>1</cp:revision>
  <dcterms:created xsi:type="dcterms:W3CDTF">2026-05-06T06:00:00Z</dcterms:created>
  <dcterms:modified xsi:type="dcterms:W3CDTF">2026-05-06T06:00:00Z</dcterms:modified>
</cp:coreProperties>
</file>