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🧒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Body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我的身体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640580"/>
            <a:ext cx="4572000" cy="50292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4640580"/>
            <a:ext cx="4572000" cy="50292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95444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learn body parts in English! 一起学身体部位英文！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🙂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 (tóu)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485132"/>
            <a:ext cx="9144000" cy="65836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5828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your head!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👀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Eyes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眼睛 (yǎnjīng)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485132"/>
            <a:ext cx="9144000" cy="65836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5828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see with my eyes.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👂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耳朵 (ěrduo)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485132"/>
            <a:ext cx="9144000" cy="65836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5828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hear with my ears.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👃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鼻子 (bízi)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485132"/>
            <a:ext cx="9144000" cy="65836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5828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smell with my nose.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👄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Mouth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嘴巴 (zuǐba)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485132"/>
            <a:ext cx="9144000" cy="65836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5828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eat with my mouth.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✋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 (shǒu)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485132"/>
            <a:ext cx="9144000" cy="65836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5828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clap my hands!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🦶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 (jiǎo)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485132"/>
            <a:ext cx="9144000" cy="65836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5828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walk on my feet.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body parts! 更多身体部位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377440" cy="2926080"/>
          </a:xfrm>
          <a:prstGeom prst="rect">
            <a:avLst/>
          </a:prstGeom>
          <a:solidFill>
            <a:srgbClr val="FFF1A8"/>
          </a:solidFill>
          <a:ln w="19050">
            <a:solidFill>
              <a:srgbClr val="FFD9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🤷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Shoulders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肩膀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377440" cy="2926080"/>
          </a:xfrm>
          <a:prstGeom prst="rect">
            <a:avLst/>
          </a:prstGeom>
          <a:solidFill>
            <a:srgbClr val="FFF1A8"/>
          </a:solidFill>
          <a:ln w="19050">
            <a:solidFill>
              <a:srgbClr val="FFD9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716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🦵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383280" y="2743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Knees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膝盖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377440" cy="2926080"/>
          </a:xfrm>
          <a:prstGeom prst="rect">
            <a:avLst/>
          </a:prstGeom>
          <a:solidFill>
            <a:srgbClr val="FFF1A8"/>
          </a:solidFill>
          <a:ln w="19050">
            <a:solidFill>
              <a:srgbClr val="FFD9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3716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🦶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080760" y="2743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脚趾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8688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sing? 准备好唱歌了吗？🎵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1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 Along! 一起唱！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7863840" cy="3703320"/>
          </a:xfrm>
          <a:prstGeom prst="rect">
            <a:avLst/>
          </a:prstGeom>
          <a:solidFill>
            <a:srgbClr val="1E4878"/>
          </a:solidFill>
          <a:ln w="2540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96112"/>
            <a:ext cx="7863840" cy="37033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Head, shoulders, knees and toes,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Knees and toes!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Head, shoulders, knees and toes,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Knees and toes!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eyes and ears and mouth and nose,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Head, shoulders, knees and toes,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Knees and toes!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F8C69"/>
          </a:solidFill>
          <a:ln w="12700">
            <a:solidFill>
              <a:srgbClr val="FF8C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8688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each part as you sing! 唱的时候指一指身体部位！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1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Play! 一起来玩 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786384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play 怎么玩：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Parent says an English body part name.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家长用英语说出一个身体部位名称。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Child points to that part on their body!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孩子指出自己身体上对应的部位！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944368"/>
            <a:ext cx="1920240" cy="868680"/>
          </a:xfrm>
          <a:prstGeom prst="rect">
            <a:avLst/>
          </a:prstGeom>
          <a:solidFill>
            <a:srgbClr val="A8D8EA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9443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Head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96896" y="2944368"/>
            <a:ext cx="1920240" cy="868680"/>
          </a:xfrm>
          <a:prstGeom prst="rect">
            <a:avLst/>
          </a:prstGeom>
          <a:solidFill>
            <a:srgbClr val="A8D8EA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29443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Eyes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26864" y="2944368"/>
            <a:ext cx="1920240" cy="868680"/>
          </a:xfrm>
          <a:prstGeom prst="rect">
            <a:avLst/>
          </a:prstGeom>
          <a:solidFill>
            <a:srgbClr val="A8D8EA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9443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 Ears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56832" y="2944368"/>
            <a:ext cx="1920240" cy="868680"/>
          </a:xfrm>
          <a:prstGeom prst="rect">
            <a:avLst/>
          </a:prstGeom>
          <a:solidFill>
            <a:srgbClr val="A8D8EA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9443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👃 Nose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3904488"/>
            <a:ext cx="1920240" cy="868680"/>
          </a:xfrm>
          <a:prstGeom prst="rect">
            <a:avLst/>
          </a:prstGeom>
          <a:solidFill>
            <a:srgbClr val="A8D8EA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90448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👄 Mouth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96896" y="3904488"/>
            <a:ext cx="1920240" cy="868680"/>
          </a:xfrm>
          <a:prstGeom prst="rect">
            <a:avLst/>
          </a:prstGeom>
          <a:solidFill>
            <a:srgbClr val="A8D8EA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390448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Hands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26864" y="3904488"/>
            <a:ext cx="1920240" cy="868680"/>
          </a:xfrm>
          <a:prstGeom prst="rect">
            <a:avLst/>
          </a:prstGeom>
          <a:solidFill>
            <a:srgbClr val="A8D8EA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390448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🦶 Feet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56832" y="3904488"/>
            <a:ext cx="1920240" cy="868680"/>
          </a:xfrm>
          <a:prstGeom prst="rect">
            <a:avLst/>
          </a:prstGeom>
          <a:solidFill>
            <a:srgbClr val="A8D8EA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90448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🤷 Shoulders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1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🌟 You Did It! 你真棒！🌟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1572768" cy="1737360"/>
          </a:xfrm>
          <a:prstGeom prst="rect">
            <a:avLst/>
          </a:prstGeom>
          <a:solidFill>
            <a:srgbClr val="1E4878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🙂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" y="18562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22677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84832" y="987552"/>
            <a:ext cx="1572768" cy="1737360"/>
          </a:xfrm>
          <a:prstGeom prst="rect">
            <a:avLst/>
          </a:prstGeom>
          <a:solidFill>
            <a:srgbClr val="1E4878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84832" y="10789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👀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84832" y="18562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84832" y="22677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眼睛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85616" y="987552"/>
            <a:ext cx="1572768" cy="1737360"/>
          </a:xfrm>
          <a:prstGeom prst="rect">
            <a:avLst/>
          </a:prstGeom>
          <a:solidFill>
            <a:srgbClr val="1E4878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85616" y="10789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👂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785616" y="18562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85616" y="22677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耳朵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987552"/>
            <a:ext cx="1572768" cy="1737360"/>
          </a:xfrm>
          <a:prstGeom prst="rect">
            <a:avLst/>
          </a:prstGeom>
          <a:solidFill>
            <a:srgbClr val="1E4878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0789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👃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486400" y="18562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2677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鼻子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87184" y="987552"/>
            <a:ext cx="1572768" cy="1737360"/>
          </a:xfrm>
          <a:prstGeom prst="rect">
            <a:avLst/>
          </a:prstGeom>
          <a:solidFill>
            <a:srgbClr val="1E4878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87184" y="10789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👄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187184" y="18562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87184" y="22677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嘴巴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" y="2816352"/>
            <a:ext cx="1572768" cy="1737360"/>
          </a:xfrm>
          <a:prstGeom prst="rect">
            <a:avLst/>
          </a:prstGeom>
          <a:solidFill>
            <a:srgbClr val="1E4878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2907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✋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84048" y="36850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" y="40965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84832" y="2816352"/>
            <a:ext cx="1572768" cy="1737360"/>
          </a:xfrm>
          <a:prstGeom prst="rect">
            <a:avLst/>
          </a:prstGeom>
          <a:solidFill>
            <a:srgbClr val="1E4878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84832" y="2907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🦶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2084832" y="36850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84832" y="40965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85616" y="2816352"/>
            <a:ext cx="1572768" cy="1737360"/>
          </a:xfrm>
          <a:prstGeom prst="rect">
            <a:avLst/>
          </a:prstGeom>
          <a:solidFill>
            <a:srgbClr val="1E4878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85616" y="2907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🤷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3785616" y="36850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85616" y="40965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肩膀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0" y="2816352"/>
            <a:ext cx="1572768" cy="1737360"/>
          </a:xfrm>
          <a:prstGeom prst="rect">
            <a:avLst/>
          </a:prstGeom>
          <a:solidFill>
            <a:srgbClr val="1E4878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0" y="2907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🦵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5486400" y="36850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0" y="40965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膝盖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87184" y="2816352"/>
            <a:ext cx="1572768" cy="1737360"/>
          </a:xfrm>
          <a:prstGeom prst="rect">
            <a:avLst/>
          </a:prstGeom>
          <a:solidFill>
            <a:srgbClr val="1E4878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187184" y="2907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🦶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7187184" y="36850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87184" y="40965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脚趾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8688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job learning your body parts in English! 英文身体部位学得棒极了！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Body / 我的身体</dc:title>
  <dc:subject>PptxGenJS Presentation</dc:subject>
  <dc:creator>Family Study Wiki</dc:creator>
  <cp:lastModifiedBy>Family Study Wiki</cp:lastModifiedBy>
  <cp:revision>1</cp:revision>
  <dcterms:created xsi:type="dcterms:W3CDTF">2026-05-06T09:37:24Z</dcterms:created>
  <dcterms:modified xsi:type="dcterms:W3CDTF">2026-05-06T09:37:24Z</dcterms:modified>
</cp:coreProperties>
</file>